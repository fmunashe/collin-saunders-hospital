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542D"/>
      </a:dk2>
      <a:lt2>
        <a:srgbClr val="EEECE1"/>
      </a:lt2>
      <a:accent1>
        <a:srgbClr val="006838"/>
      </a:accent1>
      <a:accent2>
        <a:srgbClr val="C0504D"/>
      </a:accent2>
      <a:accent3>
        <a:srgbClr val="FDB913"/>
      </a:accent3>
      <a:accent4>
        <a:srgbClr val="8064A2"/>
      </a:accent4>
      <a:accent5>
        <a:srgbClr val="4BACC6"/>
      </a:accent5>
      <a:accent6>
        <a:srgbClr val="FDB91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