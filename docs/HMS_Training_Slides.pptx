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notesMaster" Target="notesMasters/notesMaster1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participants. Explain the session follows a real patient through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Hospital Management System (HMS)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Staff Training — AnalyticsHive for Collin Saunders Hospital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to HMS Training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HMS is and how it’s organised</a:t>
            </a:r>
          </a:p>
          <a:p>
            <a:pPr lvl="0"/>
            <a:r>
              <a:rPr/>
              <a:t>The complete patient journey, step by step</a:t>
            </a:r>
          </a:p>
          <a:p>
            <a:pPr lvl="0"/>
            <a:r>
              <a:rPr/>
              <a:t>Your role’s specific tasks</a:t>
            </a:r>
          </a:p>
          <a:p>
            <a:pPr lvl="0"/>
            <a:r>
              <a:rPr/>
              <a:t>Hands-on practice at each stage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HMS?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single web platform for the whole patient lifecycle</a:t>
            </a:r>
          </a:p>
          <a:p>
            <a:pPr lvl="0"/>
            <a:r>
              <a:rPr/>
              <a:t>Three core modules: </a:t>
            </a:r>
            <a:r>
              <a:rPr b="1"/>
              <a:t>Outpatient</a:t>
            </a:r>
            <a:r>
              <a:rPr/>
              <a:t>, </a:t>
            </a:r>
            <a:r>
              <a:rPr b="1"/>
              <a:t>Inpatient</a:t>
            </a:r>
            <a:r>
              <a:rPr/>
              <a:t>, </a:t>
            </a:r>
            <a:r>
              <a:rPr b="1"/>
              <a:t>Pharmacy</a:t>
            </a:r>
          </a:p>
          <a:p>
            <a:pPr lvl="0"/>
            <a:r>
              <a:rPr/>
              <a:t>Plus billing, referrals, reporting, and administration</a:t>
            </a:r>
          </a:p>
          <a:p>
            <a:pPr lvl="0"/>
            <a:r>
              <a:rPr/>
              <a:t>All amounts in </a:t>
            </a:r>
            <a:r>
              <a:rPr b="1"/>
              <a:t>USD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 the web address → </a:t>
            </a:r>
            <a:r>
              <a:rPr b="1"/>
              <a:t>Staff Portal</a:t>
            </a:r>
          </a:p>
          <a:p>
            <a:pPr lvl="0"/>
            <a:r>
              <a:rPr/>
              <a:t>Log in with your email and password</a:t>
            </a:r>
          </a:p>
          <a:p>
            <a:pPr lvl="0"/>
            <a:r>
              <a:rPr/>
              <a:t>The </a:t>
            </a:r>
            <a:r>
              <a:rPr b="1"/>
              <a:t>left sidebar</a:t>
            </a:r>
            <a:r>
              <a:rPr/>
              <a:t> groups everything</a:t>
            </a:r>
          </a:p>
          <a:p>
            <a:pPr lvl="0"/>
            <a:r>
              <a:rPr/>
              <a:t>Use </a:t>
            </a:r>
            <a:r>
              <a:rPr b="1"/>
              <a:t>search</a:t>
            </a:r>
            <a:r>
              <a:rPr/>
              <a:t> to find a patient by number or name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Patient Journey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Register → Visit → Prescription → Dispense → Admission → Care Notes → Medication → Referral → Discharge → Invoice</a:t>
            </a:r>
          </a:p>
          <a:p>
            <a:pPr lvl="0" indent="0" marL="0">
              <a:buNone/>
            </a:pPr>
            <a:r>
              <a:rPr/>
              <a:t>Each step has an owner and happens in order.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Register the patient — Reception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Patients → </a:t>
            </a:r>
            <a:r>
              <a:rPr b="1"/>
              <a:t>Create Patient</a:t>
            </a:r>
          </a:p>
          <a:p>
            <a:pPr lvl="0"/>
            <a:r>
              <a:rPr/>
              <a:t>Enter details, patient type, billing type</a:t>
            </a:r>
          </a:p>
          <a:p>
            <a:pPr lvl="0"/>
            <a:r>
              <a:rPr i="1"/>
              <a:t>Automatic:</a:t>
            </a:r>
            <a:r>
              <a:rPr/>
              <a:t> a </a:t>
            </a:r>
            <a:r>
              <a:rPr b="1"/>
              <a:t>patient number</a:t>
            </a:r>
            <a:r>
              <a:rPr/>
              <a:t> (PT00001) is created</a:t>
            </a:r>
          </a:p>
          <a:p>
            <a:pPr lvl="0"/>
            <a:r>
              <a:rPr/>
              <a:t>Care Status starts as </a:t>
            </a:r>
            <a:r>
              <a:rPr b="1"/>
              <a:t>Outpatient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Open a visit — Reception / Doctor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Visits → </a:t>
            </a:r>
            <a:r>
              <a:rPr b="1"/>
              <a:t>Create Visit</a:t>
            </a:r>
          </a:p>
          <a:p>
            <a:pPr lvl="0"/>
            <a:r>
              <a:rPr/>
              <a:t>Select patient, doctor, department</a:t>
            </a:r>
          </a:p>
          <a:p>
            <a:pPr lvl="0"/>
            <a:r>
              <a:rPr/>
              <a:t>Record the complaint</a:t>
            </a:r>
          </a:p>
          <a:p>
            <a:pPr lvl="0"/>
            <a:r>
              <a:rPr/>
              <a:t>Status: </a:t>
            </a:r>
            <a:r>
              <a:rPr b="1"/>
              <a:t>Waiting → In Progress → Completed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Prescription — Doctor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Prescriptions → </a:t>
            </a:r>
            <a:r>
              <a:rPr b="1"/>
              <a:t>Create</a:t>
            </a:r>
          </a:p>
          <a:p>
            <a:pPr lvl="0"/>
            <a:r>
              <a:rPr/>
              <a:t>Link the patient and visit (or admission)</a:t>
            </a:r>
          </a:p>
          <a:p>
            <a:pPr lvl="0"/>
            <a:r>
              <a:rPr/>
              <a:t>Add items: medication, dosage, quantity</a:t>
            </a:r>
          </a:p>
          <a:p>
            <a:pPr lvl="0"/>
            <a:r>
              <a:rPr/>
              <a:t>Starts as </a:t>
            </a:r>
            <a:r>
              <a:rPr b="1"/>
              <a:t>Pending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Dispensing — Pharmacy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Prescription → Items → </a:t>
            </a:r>
            <a:r>
              <a:rPr b="1"/>
              <a:t>Bulk Dispense</a:t>
            </a:r>
          </a:p>
          <a:p>
            <a:pPr lvl="0"/>
            <a:r>
              <a:rPr i="1"/>
              <a:t>Automatic:</a:t>
            </a:r>
            <a:r>
              <a:rPr/>
              <a:t> stock is deducted and logged</a:t>
            </a:r>
          </a:p>
          <a:p>
            <a:pPr lvl="0"/>
            <a:r>
              <a:rPr/>
              <a:t>Blocked if stock is short or expired</a:t>
            </a:r>
          </a:p>
          <a:p>
            <a:pPr lvl="0"/>
            <a:r>
              <a:rPr/>
              <a:t>All items dispensed → prescription </a:t>
            </a:r>
            <a:r>
              <a:rPr b="1"/>
              <a:t>Dispensed</a:t>
            </a:r>
            <a:r>
              <a:rPr/>
              <a:t> and locked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Admission — Doctor / Nurse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Admissions → </a:t>
            </a:r>
            <a:r>
              <a:rPr b="1"/>
              <a:t>Create</a:t>
            </a:r>
          </a:p>
          <a:p>
            <a:pPr lvl="0"/>
            <a:r>
              <a:rPr/>
              <a:t>Select ward and bed</a:t>
            </a:r>
          </a:p>
          <a:p>
            <a:pPr lvl="0"/>
            <a:r>
              <a:rPr i="1"/>
              <a:t>Automatic:</a:t>
            </a:r>
            <a:r>
              <a:rPr/>
              <a:t> bed becomes </a:t>
            </a:r>
            <a:r>
              <a:rPr b="1"/>
              <a:t>Occupied</a:t>
            </a:r>
            <a:r>
              <a:rPr/>
              <a:t>; patient is </a:t>
            </a:r>
            <a:r>
              <a:rPr b="1"/>
              <a:t>Inpatient</a:t>
            </a:r>
          </a:p>
          <a:p>
            <a:pPr lvl="0"/>
            <a:r>
              <a:rPr/>
              <a:t>Blocked if bed occupied or ward gender rule mismatched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Care notes — Doctor / Nurse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Admission → </a:t>
            </a:r>
            <a:r>
              <a:rPr b="1"/>
              <a:t>Notes</a:t>
            </a:r>
          </a:p>
          <a:p>
            <a:pPr lvl="0"/>
            <a:r>
              <a:rPr/>
              <a:t>Type: Doctor / Nurse / Observation / Procedure / General</a:t>
            </a:r>
          </a:p>
          <a:p>
            <a:pPr lvl="0"/>
            <a:r>
              <a:rPr i="1"/>
              <a:t>Automatic:</a:t>
            </a:r>
            <a:r>
              <a:rPr/>
              <a:t> your name and time are recorded</a:t>
            </a:r>
          </a:p>
          <a:p>
            <a:pPr lvl="0"/>
            <a:r>
              <a:rPr/>
              <a:t>Only the author can edit; notes are never deleted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Medication administration — Nurse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Admission → </a:t>
            </a:r>
            <a:r>
              <a:rPr b="1"/>
              <a:t>Administer Medication</a:t>
            </a:r>
          </a:p>
          <a:p>
            <a:pPr lvl="0"/>
            <a:r>
              <a:rPr/>
              <a:t>Medication, dosage, route, time</a:t>
            </a:r>
          </a:p>
          <a:p>
            <a:pPr lvl="0"/>
            <a:r>
              <a:rPr i="1"/>
              <a:t>Automatic:</a:t>
            </a:r>
            <a:r>
              <a:rPr/>
              <a:t> one unit deducted from stock</a:t>
            </a:r>
          </a:p>
          <a:p>
            <a:pPr lvl="0"/>
            <a:r>
              <a:rPr/>
              <a:t>Only available while the patient is admitted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Referral — Doctor (when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Referrals → </a:t>
            </a:r>
            <a:r>
              <a:rPr b="1"/>
              <a:t>Create</a:t>
            </a:r>
          </a:p>
          <a:p>
            <a:pPr lvl="0"/>
            <a:r>
              <a:rPr/>
              <a:t>Destination, reason, priority</a:t>
            </a:r>
          </a:p>
          <a:p>
            <a:pPr lvl="0"/>
            <a:r>
              <a:rPr/>
              <a:t>Status: Pending → Accepted → Completed / Cancelled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Discharge — Doctor / Nurse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Admission → </a:t>
            </a:r>
            <a:r>
              <a:rPr b="1"/>
              <a:t>Discharge Patient</a:t>
            </a:r>
            <a:r>
              <a:rPr/>
              <a:t> button</a:t>
            </a:r>
          </a:p>
          <a:p>
            <a:pPr lvl="0"/>
            <a:r>
              <a:rPr/>
              <a:t>Modal: outcome, date/time, discharge notes</a:t>
            </a:r>
          </a:p>
          <a:p>
            <a:pPr lvl="0"/>
            <a:r>
              <a:rPr i="1"/>
              <a:t>Automatic:</a:t>
            </a:r>
            <a:r>
              <a:rPr/>
              <a:t> bed freed &amp; released; patient back to </a:t>
            </a:r>
            <a:r>
              <a:rPr b="1"/>
              <a:t>Outpatient</a:t>
            </a:r>
          </a:p>
          <a:p>
            <a:pPr lvl="0"/>
            <a:r>
              <a:rPr/>
              <a:t>Records for the stay are then locked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Invoice —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Generate from the visit, or Invoices → Create</a:t>
            </a:r>
          </a:p>
          <a:p>
            <a:pPr lvl="0"/>
            <a:r>
              <a:rPr/>
              <a:t>Add line items (consultation, bed-days, medications)</a:t>
            </a:r>
          </a:p>
          <a:p>
            <a:pPr lvl="0"/>
            <a:r>
              <a:rPr i="1"/>
              <a:t>Automatic:</a:t>
            </a:r>
            <a:r>
              <a:rPr/>
              <a:t> number, total, and status</a:t>
            </a:r>
          </a:p>
          <a:p>
            <a:pPr lvl="0"/>
            <a:r>
              <a:rPr/>
              <a:t>Locked once </a:t>
            </a:r>
            <a:r>
              <a:rPr b="1"/>
              <a:t>Paid</a:t>
            </a:r>
            <a:r>
              <a:rPr/>
              <a:t>; download as branded PDF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Supporting Tools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Pharmacy stock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Receive Stock</a:t>
            </a:r>
            <a:r>
              <a:rPr/>
              <a:t> and </a:t>
            </a:r>
            <a:r>
              <a:rPr b="1"/>
              <a:t>Stock Count Adjustment</a:t>
            </a:r>
            <a:r>
              <a:rPr/>
              <a:t> actions</a:t>
            </a:r>
          </a:p>
          <a:p>
            <a:pPr lvl="0"/>
            <a:r>
              <a:rPr/>
              <a:t>Cards: Total, Low Stock, Out of Stock, Expiring</a:t>
            </a:r>
          </a:p>
          <a:p>
            <a:pPr lvl="0"/>
            <a:r>
              <a:rPr/>
              <a:t>Every change logged in the stock ledger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Seven dashboards: Patient, Outpatient, Inpatient, Pharmacy, Financial, Referral, Staff</a:t>
            </a:r>
          </a:p>
          <a:p>
            <a:pPr lvl="0"/>
            <a:r>
              <a:rPr/>
              <a:t>Export each as a branded PDF</a:t>
            </a:r>
          </a:p>
          <a:p>
            <a:pPr lvl="0"/>
            <a:r>
              <a:rPr/>
              <a:t>You see only what your role permits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Users</a:t>
            </a:r>
            <a:r>
              <a:rPr/>
              <a:t> and </a:t>
            </a:r>
            <a:r>
              <a:rPr b="1"/>
              <a:t>Roles</a:t>
            </a:r>
            <a:r>
              <a:rPr/>
              <a:t> (assign many permissions at once)</a:t>
            </a:r>
          </a:p>
          <a:p>
            <a:pPr lvl="0"/>
            <a:r>
              <a:rPr b="1"/>
              <a:t>Settings</a:t>
            </a:r>
            <a:r>
              <a:rPr/>
              <a:t> — fees and thresholds (shown in $)</a:t>
            </a:r>
          </a:p>
          <a:p>
            <a:pPr lvl="0"/>
            <a:r>
              <a:rPr b="1"/>
              <a:t>Audit Log</a:t>
            </a:r>
            <a:r>
              <a:rPr/>
              <a:t> — who did what, when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Rules to Remember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system protects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Beds can’t be double-booked</a:t>
            </a:r>
          </a:p>
          <a:p>
            <a:pPr lvl="0"/>
            <a:r>
              <a:rPr/>
              <a:t>Ward gender rules (maternity = female)</a:t>
            </a:r>
          </a:p>
          <a:p>
            <a:pPr lvl="0"/>
            <a:r>
              <a:rPr/>
              <a:t>Can’t dispense short or expired stock</a:t>
            </a:r>
          </a:p>
          <a:p>
            <a:pPr lvl="0"/>
            <a:r>
              <a:rPr/>
              <a:t>Dispensed prescriptions are locked</a:t>
            </a:r>
          </a:p>
          <a:p>
            <a:pPr lvl="0"/>
            <a:r>
              <a:rPr/>
              <a:t>No records for discharged patients</a:t>
            </a:r>
          </a:p>
          <a:p>
            <a:pPr lvl="0"/>
            <a:r>
              <a:rPr/>
              <a:t>Invoices lock once paid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something is blocked…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Check stock and expiry (dispensing)</a:t>
            </a:r>
          </a:p>
          <a:p>
            <a:pPr lvl="0"/>
            <a:r>
              <a:rPr/>
              <a:t>Check the bed and ward gender (admission)</a:t>
            </a:r>
          </a:p>
          <a:p>
            <a:pPr lvl="0"/>
            <a:r>
              <a:rPr/>
              <a:t>Check discharge status (notes / medication)</a:t>
            </a:r>
          </a:p>
          <a:p>
            <a:pPr lvl="0"/>
            <a:r>
              <a:rPr/>
              <a:t>Check invoice paid status (invoice items)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&amp; Wrap-up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Follow one test patient end-to-end:</a:t>
            </a:r>
          </a:p>
          <a:p>
            <a:pPr lvl="0" indent="-342900" marL="342900">
              <a:buAutoNum type="arabicPeriod"/>
            </a:pPr>
            <a:r>
              <a:rPr/>
              <a:t>Register → 2. Visit → 3. Prescribe → 4. Dispense</a:t>
            </a:r>
          </a:p>
          <a:p>
            <a:pPr lvl="0" indent="-342900" marL="342900">
              <a:buAutoNum type="arabicPeriod"/>
            </a:pPr>
            <a:r>
              <a:rPr/>
              <a:t>Admit → 6. Care note → 7. Administer → 8. Discharge → 9. Invoice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HMS follows the real patient flow</a:t>
            </a:r>
          </a:p>
          <a:p>
            <a:pPr lvl="0"/>
            <a:r>
              <a:rPr/>
              <a:t>The system automates numbers, stock, beds, totals</a:t>
            </a:r>
          </a:p>
          <a:p>
            <a:pPr lvl="0"/>
            <a:r>
              <a:rPr/>
              <a:t>Rules keep records safe and accurate</a:t>
            </a:r>
          </a:p>
          <a:p>
            <a:pPr lvl="0"/>
            <a:r>
              <a:rPr/>
              <a:t>Practice on test data first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— and welcome to HMS.</a:t>
            </a:r>
          </a:p>
          <a:p>
            <a:pPr lvl="0" indent="0" marL="0">
              <a:buNone/>
            </a:pPr>
            <a:r>
              <a:rPr i="1"/>
              <a:t>AnalyticsHive · Collin Saunders Hospital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542D"/>
      </a:dk2>
      <a:lt2>
        <a:srgbClr val="EEECE1"/>
      </a:lt2>
      <a:accent1>
        <a:srgbClr val="006838"/>
      </a:accent1>
      <a:accent2>
        <a:srgbClr val="C0504D"/>
      </a:accent2>
      <a:accent3>
        <a:srgbClr val="FDB913"/>
      </a:accent3>
      <a:accent4>
        <a:srgbClr val="8064A2"/>
      </a:accent4>
      <a:accent5>
        <a:srgbClr val="4BACC6"/>
      </a:accent5>
      <a:accent6>
        <a:srgbClr val="FDB91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(HMS)</dc:title>
  <dc:creator>Staff Training — AnalyticsHive for Collin Saunders Hospital</dc:creator>
  <cp:keywords/>
  <dcterms:created xsi:type="dcterms:W3CDTF">2026-09-02T14:24:00Z</dcterms:created>
  <dcterms:modified xsi:type="dcterms:W3CDTF">2026-09-02T14:24:00Z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